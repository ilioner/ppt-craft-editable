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568" y="760552"/>
            <a:ext cx="3794055" cy="4882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00000"/>
                </a:solidFill>
                <a:latin typeface="PingFang SC"/>
              </a:rPr>
              <a:t>Phase D Validation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568" y="1595856"/>
            <a:ext cx="2807747" cy="314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PingFang SC"/>
              </a:rPr>
              <a:t>Subtitle for extraction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568" y="2602611"/>
            <a:ext cx="2084779" cy="244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PingFang SC"/>
              </a:rPr>
              <a:t>First bullet of body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568" y="2983915"/>
            <a:ext cx="2342024" cy="244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PingFang SC"/>
              </a:rPr>
              <a:t>Second bullet of body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165" y="6340221"/>
            <a:ext cx="649817" cy="174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PingFang SC"/>
              </a:rPr>
              <a:t>Footer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4505" y="1028700"/>
            <a:ext cx="5120511" cy="61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PingFang SC"/>
              </a:rPr>
              <a:t>IMAGE ONLY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05" y="1851660"/>
            <a:ext cx="5120511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1FAEE"/>
                </a:solidFill>
                <a:latin typeface="PingFang SC"/>
              </a:rPr>
              <a:t>Needs manual review boxes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